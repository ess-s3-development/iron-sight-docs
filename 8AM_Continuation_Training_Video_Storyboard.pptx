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8AM Continuation Trade Setup</a:t>
            </a:r>
          </a:p>
          <a:p>
            <a:r>
              <a:t>Breakout → Pullback → Reclaim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traders chase breakouts. Professionals wait for confirmation.</a:t>
            </a:r>
          </a:p>
          <a:p>
            <a:r>
              <a:t>Show 8AM range high/low.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 8AM BUY triggers above range high.</a:t>
            </a:r>
          </a:p>
          <a:p>
            <a:r>
              <a:t>Display BUY marker.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pulls back into the range.</a:t>
            </a:r>
          </a:p>
          <a:p>
            <a:r>
              <a:t>Highlight retracement.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closes back above range high.</a:t>
            </a:r>
          </a:p>
          <a:p>
            <a:r>
              <a:t>BUY CONTINUATION fires.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Trend expansion.</a:t>
            </a:r>
          </a:p>
          <a:p>
            <a:r>
              <a:t>Breakout → Pullback → Reclaim → Continuation.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Mirror SELL example.</a:t>
            </a:r>
          </a:p>
          <a:p>
            <a:r>
              <a:t>Break below → Pullback → Reclaim below.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Rules:</a:t>
            </a:r>
          </a:p>
          <a:p>
            <a:r>
              <a:t>• Valid 8AM signal</a:t>
            </a:r>
          </a:p>
          <a:p>
            <a:r>
              <a:t>• Pullback</a:t>
            </a:r>
          </a:p>
          <a:p>
            <a:r>
              <a:t>• Reclaim</a:t>
            </a:r>
          </a:p>
          <a:p>
            <a:r>
              <a:t>• Within 60 min</a:t>
            </a:r>
          </a:p>
          <a:p>
            <a:r>
              <a:t>• Once per session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Trade Confirmation, Not Emotion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